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771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36576" cy="514350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" y="1325880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 Triage 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94944" y="2523744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Level-1 Security Alert Triage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" y="307238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 + RAG + LLM pipeline that automatically triages SIEM alerts — delivering verdicts, LLM reasoning, and Security Incident Reports in under 2 seconds.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" y="3913632"/>
            <a:ext cx="832104" cy="25603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39136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36776" y="3913632"/>
            <a:ext cx="1161288" cy="25603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36776" y="3913632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07792" y="3913632"/>
            <a:ext cx="1078992" cy="25603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07792" y="391363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96512" y="3913632"/>
            <a:ext cx="832104" cy="25603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96512" y="39136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38344" y="3913632"/>
            <a:ext cx="667512" cy="25603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38344" y="3913632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1645920" cy="1645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309360" y="4480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v0.1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09360" y="4736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Ramanathan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 Teams Are Overwhelmed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371600"/>
            <a:ext cx="1920240" cy="182880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371600"/>
            <a:ext cx="4572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1790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90195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10,000+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66928" y="2432304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alerts per analyst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15184" y="1371600"/>
            <a:ext cx="1920240" cy="182880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615184" y="1371600"/>
            <a:ext cx="4572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2" y="151790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190195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min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743200" y="2432304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time per alert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91456" y="1371600"/>
            <a:ext cx="1920240" cy="182880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91456" y="1371600"/>
            <a:ext cx="4572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151790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19472" y="190195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4919472" y="2432304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false positives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967728" y="1371600"/>
            <a:ext cx="1920240" cy="182880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967728" y="1371600"/>
            <a:ext cx="4572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151790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95744" y="190195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3.4M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7095744" y="2432304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talent gap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" y="3529584"/>
            <a:ext cx="731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40080" y="34381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analysts manually review every raw SIEM alert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38912" y="3950208"/>
            <a:ext cx="731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64008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true positives buried under false-positive floods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828032" y="3529584"/>
            <a:ext cx="731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5029200" y="34381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leads to missed threats and costly breaches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828032" y="3950208"/>
            <a:ext cx="731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029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more analysts does not scale with alert volume growth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Manual Triage to Intelligent Automation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3931920" cy="3474720"/>
          </a:xfrm>
          <a:prstGeom prst="rect">
            <a:avLst/>
          </a:prstGeom>
          <a:solidFill>
            <a:srgbClr val="161C22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931920" cy="347472"/>
          </a:xfrm>
          <a:prstGeom prst="rect">
            <a:avLst/>
          </a:prstGeom>
          <a:solidFill>
            <a:srgbClr val="1E2A36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Manual Process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77393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75564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reads every raw alert individually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5798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213969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looks up MITRE ATT&amp;CK technique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54203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" y="252374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Slack / email for past similar incidents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2608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8368" y="290779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judgment call in a ticket comment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10128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8368" y="329184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audit trail or incident report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694176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8368" y="367588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min per alert  x  10,000+ alerts per day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2834640"/>
            <a:ext cx="493776" cy="493776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937760" y="1261872"/>
            <a:ext cx="3931920" cy="3474720"/>
          </a:xfrm>
          <a:prstGeom prst="rect">
            <a:avLst/>
          </a:prstGeom>
          <a:solidFill>
            <a:srgbClr val="161C22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3"/>
          <p:cNvSpPr/>
          <p:nvPr/>
        </p:nvSpPr>
        <p:spPr>
          <a:xfrm>
            <a:off x="4937760" y="1261872"/>
            <a:ext cx="3931920" cy="347472"/>
          </a:xfrm>
          <a:prstGeom prst="rect">
            <a:avLst/>
          </a:prstGeom>
          <a:solidFill>
            <a:srgbClr val="1A284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4"/>
          <p:cNvSpPr/>
          <p:nvPr/>
        </p:nvSpPr>
        <p:spPr>
          <a:xfrm>
            <a:off x="4937760" y="1261872"/>
            <a:ext cx="45720" cy="3474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/>
          <p:nvPr/>
        </p:nvSpPr>
        <p:spPr>
          <a:xfrm>
            <a:off x="5084064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SOC Triage AI</a:t>
            </a:r>
            <a:endParaRPr lang="en-US" sz="11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1773936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21808" y="175564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ingested via Excel upload or API</a:t>
            </a:r>
            <a:endParaRPr lang="en-US" sz="11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2157984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21808" y="213969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stripped + injection checked automatically</a:t>
            </a:r>
            <a:endParaRPr lang="en-US" sz="11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2542032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321808" y="252374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classifies with 10 engineered features</a:t>
            </a:r>
            <a:endParaRPr lang="en-US" sz="11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2926080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321808" y="290779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top-3 similar past incidents</a:t>
            </a:r>
            <a:endParaRPr lang="en-US" sz="11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310128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321808" y="329184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confirms verdict + reasoning</a:t>
            </a:r>
            <a:endParaRPr lang="en-US" sz="11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694176"/>
            <a:ext cx="201168" cy="201168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321808" y="367588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generated — routed for human approval</a:t>
            </a:r>
            <a:endParaRPr lang="en-US" sz="1100" dirty="0"/>
          </a:p>
        </p:txBody>
      </p:sp>
      <p:sp>
        <p:nvSpPr>
          <p:cNvPr id="37" name="Text 22"/>
          <p:cNvSpPr/>
          <p:nvPr/>
        </p:nvSpPr>
        <p:spPr>
          <a:xfrm>
            <a:off x="274320" y="484632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seconds instead of minutes — at any alert volume.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 Triage AI — 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783080" cy="77724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Alert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Form / API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1650492"/>
            <a:ext cx="329184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77440" y="1568196"/>
            <a:ext cx="91440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78608" y="1298448"/>
            <a:ext cx="3986784" cy="77724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78608" y="1298448"/>
            <a:ext cx="4572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Triage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 -&gt;  XGBoost  -&gt;  RAG  -&gt;  LLM  -&gt;  SIR  -&gt;  Human Approval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20256" y="1650492"/>
            <a:ext cx="329184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94576" y="1568196"/>
            <a:ext cx="91440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59168" y="1298448"/>
            <a:ext cx="1810512" cy="77724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59168" y="129844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SIR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59168" y="171907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approved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212848"/>
            <a:ext cx="2743200" cy="237744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212848"/>
            <a:ext cx="45720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95728"/>
            <a:ext cx="347472" cy="3474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Intelligence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02336" y="2852928"/>
            <a:ext cx="252374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trained on 10 engineered features: MITRE encoding, known malicious tools, DC targeting, user type, historical TP/FP ratios, weekend flag.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46120" y="2212848"/>
            <a:ext cx="2743200" cy="237744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246120" y="2212848"/>
            <a:ext cx="45720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395728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8862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Memory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3374136" y="2852928"/>
            <a:ext cx="252374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retrieves top-3 similar past incidents from Supabase pgvector. Falls back to keyword matching when Supabase is offline.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217920" y="2212848"/>
            <a:ext cx="2743200" cy="237744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217920" y="2212848"/>
            <a:ext cx="45720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395728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8580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6345936" y="2852928"/>
            <a:ext cx="252374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SIR is routed to a Tier-1 analyst for final sign-off. The AI accelerates triage; the human retains authority to escalate or close.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6-Stage Triage Pipeline + Human Approval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316736"/>
            <a:ext cx="4187952" cy="1042416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16736"/>
            <a:ext cx="45720" cy="10424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655064"/>
            <a:ext cx="347472" cy="347472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655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081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37160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69264" y="1755648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strips PII from IPs, usernames, commands. Regex patterns block prompt injection in free-text fields.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032" y="2542032"/>
            <a:ext cx="4187952" cy="1042416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6032" y="2542032"/>
            <a:ext cx="45720" cy="10424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8912" y="2880360"/>
            <a:ext cx="347472" cy="347472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8912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3347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2596896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69264" y="2980944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10-feature vector: severity, MITRE code, known tools, external IP, DC target, weekend flag, user type, TP/FP history.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56032" y="3767328"/>
            <a:ext cx="4187952" cy="1042416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256032" y="3767328"/>
            <a:ext cx="45720" cy="10424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38912" y="4105656"/>
            <a:ext cx="347472" cy="347472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38912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5876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61872" y="382219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969264" y="4206240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queries Supabase pgvector for top-3 similar past incidents by cosine similarity. Keyword fallback offline.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690872" y="1316736"/>
            <a:ext cx="4187952" cy="1042416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690872" y="1316736"/>
            <a:ext cx="45720" cy="10424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873752" y="1655064"/>
            <a:ext cx="347472" cy="347472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873752" y="1655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408176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696712" y="137160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Triage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404104" y="1755648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receives anonymised ticket + ML verdict + similar incidents. Returns JSON: verdict, confidence, risk, reasoning.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690872" y="2542032"/>
            <a:ext cx="4187952" cy="1042416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690872" y="2542032"/>
            <a:ext cx="45720" cy="10424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4873752" y="2880360"/>
            <a:ext cx="347472" cy="347472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873752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2633472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696712" y="2596896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5404104" y="2980944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LLM response. If verdict is not TP / FP / NR, falls back to NEEDS_REVIEW and flags the output rail as BLOCKED.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4690872" y="3767328"/>
            <a:ext cx="4187952" cy="1042416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4690872" y="3767328"/>
            <a:ext cx="45720" cy="10424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4873752" y="4105656"/>
            <a:ext cx="347472" cy="347472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4873752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3858768"/>
            <a:ext cx="274320" cy="2743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696712" y="382219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+ Human Approval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5404104" y="4206240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Security Incident Report generated and routed to Tier-1 analyst for final review, escalation decision, and sign-off.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Best-in-Class Open Tooling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316736"/>
            <a:ext cx="4187952" cy="173736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16736"/>
            <a:ext cx="4187952" cy="329184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316736"/>
            <a:ext cx="457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35331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" y="1819656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17373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SOC dashboard, component architecture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3192" y="2148840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Tailwind CSS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84832" y="206654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build pipeline, utility-first styling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" y="2478024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react-dropzone + XLSX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84832" y="239572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drag-and-drop with live data preview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3192" y="2807208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7249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ReactMarkdown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84832" y="272491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SIR reports inline with formatting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0872" y="1316736"/>
            <a:ext cx="4187952" cy="173736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90872" y="1316736"/>
            <a:ext cx="4187952" cy="329184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90872" y="1316736"/>
            <a:ext cx="457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37176" y="135331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1819656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17373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17373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REST, auto OpenAPI docs, in-memory cache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2148840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20665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19672" y="206654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input validation and serialisation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2478024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23957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19672" y="239572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 with hot-reload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28032" y="2807208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27249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19672" y="272491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ingestion and column validation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255264"/>
            <a:ext cx="4187952" cy="173736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6032" y="3255264"/>
            <a:ext cx="4187952" cy="329184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6032" y="3255264"/>
            <a:ext cx="457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2336" y="329184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3192" y="3758184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36758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084832" y="36758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10-feature classifier, trained on mock tickets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93192" y="4087368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" y="4005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084832" y="400507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confirmation + reasoning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93192" y="4416552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" y="43342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084832" y="43342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orchestration framework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93192" y="4745736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920" y="46634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+ NeMo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084832" y="46634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stripping + injection guardrails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90872" y="3255264"/>
            <a:ext cx="4187952" cy="173736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690872" y="3255264"/>
            <a:ext cx="4187952" cy="329184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690872" y="3255264"/>
            <a:ext cx="457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37176" y="329184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Infrastructure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28032" y="3758184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937760" y="36758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pgvector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519672" y="36758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1536-dim OpenAI embeddings, cosine similarity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28032" y="4087368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937760" y="4005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joblib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519672" y="400507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pipeline and serialisation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28032" y="4416552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937760" y="43342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(en_core_web_sm)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519672" y="43342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 powering Presidio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828032" y="4745736"/>
            <a:ext cx="45720" cy="9144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937760" y="46634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519672" y="46634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and secrets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Matters — In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335024"/>
            <a:ext cx="1920240" cy="155448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335024"/>
            <a:ext cx="45720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44475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auto-closed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15184" y="1335024"/>
            <a:ext cx="1920240" cy="155448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15184" y="1335024"/>
            <a:ext cx="45720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0" y="144475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time per alert (vs 13 min)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91456" y="1335024"/>
            <a:ext cx="1920240" cy="155448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91456" y="1335024"/>
            <a:ext cx="45720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9472" y="144475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919472" y="2011680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audit trail per alert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67728" y="1335024"/>
            <a:ext cx="1920240" cy="155448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67728" y="1335024"/>
            <a:ext cx="45720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95744" y="1444752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95744" y="2011680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exposed to LLM (Presidio strips)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054096"/>
            <a:ext cx="8595360" cy="1078992"/>
          </a:xfrm>
          <a:prstGeom prst="rect">
            <a:avLst/>
          </a:prstGeom>
          <a:solidFill>
            <a:srgbClr val="141E2A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— Works Without External Dependencies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OpenAI key:     XGBoost verdict used directly, no LLM call made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648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Supabase:       Keyword-based fallback for similar incident retrieval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8587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not trained: NEEDS_REVIEW returned for all tickets — run train_model.py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206240"/>
            <a:ext cx="2724912" cy="658368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4398264"/>
            <a:ext cx="256032" cy="25603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31520" y="42976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cost savings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31520" y="455371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 45% of tickets — ~4,500 alerts/day at zero analyst time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55264" y="4206240"/>
            <a:ext cx="2724912" cy="658368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398264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712464" y="42976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MTTD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3712464" y="455371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surface in seconds rather than buried in noise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236208" y="4206240"/>
            <a:ext cx="2724912" cy="658368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4398264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693408" y="42976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authority retained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693408" y="455371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triages and drafts SIR; analyst retains final escalation decision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16736"/>
            <a:ext cx="2395728" cy="43891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16736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Upload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16936" y="1316736"/>
            <a:ext cx="2395728" cy="43891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16936" y="1316736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59552" y="1316736"/>
            <a:ext cx="2395728" cy="43891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59552" y="1316736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78224" y="1755648"/>
            <a:ext cx="73152" cy="27432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066544"/>
            <a:ext cx="8595360" cy="457200"/>
          </a:xfrm>
          <a:prstGeom prst="rect">
            <a:avLst/>
          </a:prstGeom>
          <a:solidFill>
            <a:srgbClr val="19212E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066544"/>
            <a:ext cx="457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121408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" y="21031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— orchestrates all pipeline stages, in-memory result cache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078224" y="2523744"/>
            <a:ext cx="73152" cy="27432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2834640"/>
            <a:ext cx="1426464" cy="43891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28346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737360" y="3026664"/>
            <a:ext cx="128016" cy="54864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901952" y="2834640"/>
            <a:ext cx="1426464" cy="43891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901952" y="28346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364992" y="3026664"/>
            <a:ext cx="128016" cy="54864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529584" y="2834640"/>
            <a:ext cx="1426464" cy="43891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529584" y="28346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992624" y="3026664"/>
            <a:ext cx="128016" cy="54864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157216" y="2834640"/>
            <a:ext cx="1426464" cy="43891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157216" y="28346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20256" y="3026664"/>
            <a:ext cx="128016" cy="54864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784848" y="2834640"/>
            <a:ext cx="1426464" cy="43891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784848" y="28346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Rail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247888" y="3026664"/>
            <a:ext cx="128016" cy="54864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412480" y="2834640"/>
            <a:ext cx="1426464" cy="43891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412480" y="28346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255264" y="3383280"/>
            <a:ext cx="1719072" cy="438912"/>
          </a:xfrm>
          <a:prstGeom prst="rect">
            <a:avLst/>
          </a:prstGeom>
          <a:solidFill>
            <a:srgbClr val="1A2A3C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255264" y="338328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078224" y="3273552"/>
            <a:ext cx="73152" cy="128016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74320" y="3977640"/>
            <a:ext cx="8595360" cy="877824"/>
          </a:xfrm>
          <a:prstGeom prst="rect">
            <a:avLst/>
          </a:prstGeom>
          <a:solidFill>
            <a:srgbClr val="141E2A"/>
          </a:solidFill>
          <a:ln w="12700">
            <a:solidFill>
              <a:srgbClr val="2A385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38912" y="4005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38912" y="4261104"/>
            <a:ext cx="2560320" cy="402336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38912" y="42611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273552" y="4261104"/>
            <a:ext cx="2560320" cy="402336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273552" y="42611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pgvector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108192" y="4261104"/>
            <a:ext cx="2560320" cy="402336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108192" y="42611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NLP Engine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36576" cy="5143500"/>
          </a:xfrm>
          <a:prstGeom prst="rect">
            <a:avLst/>
          </a:prstGeom>
          <a:solidFill>
            <a:srgbClr val="2A3850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"/>
            <a:ext cx="64008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4944" y="420624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 Triage AI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94944" y="12070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13 minutes to under 2 seconds — at any scale.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5564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75564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Level-1 triage with ML + RAG + LLM pipeline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2128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21284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Privacy-safe: Presidio strips PII before any LLM call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6700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67004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GPT-4o-mini: verdict, confidence &amp; risk score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12724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312724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with graceful offline fallback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5844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358444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analyst retains final approval authority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4041648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2960" y="404164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Security Incident Report for every alert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6400800" y="1280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6400800" y="1792224"/>
            <a:ext cx="2560320" cy="34747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6400800" y="1792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SIEM feed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6400800" y="2249424"/>
            <a:ext cx="2560320" cy="34747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6400800" y="22494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MITRE ATT&amp;CK coverage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400800" y="2706624"/>
            <a:ext cx="2560320" cy="34747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6400800" y="2706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analyst feedback loop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400800" y="3163824"/>
            <a:ext cx="2560320" cy="34747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6400800" y="31638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400800" y="3621024"/>
            <a:ext cx="2560320" cy="347472"/>
          </a:xfrm>
          <a:prstGeom prst="rect">
            <a:avLst/>
          </a:prstGeom>
          <a:solidFill>
            <a:srgbClr val="1A2A3C"/>
          </a:solidFill>
          <a:ln w="12700">
            <a:solidFill>
              <a:srgbClr val="2A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6400800" y="36210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for production deploy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</Words>
  <Application>Microsoft Macintosh PowerPoint</Application>
  <PresentationFormat>On-screen Show (16:9)</PresentationFormat>
  <Paragraphs>174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Triage AI</dc:title>
  <dc:subject>PptxGenJS Presentation</dc:subject>
  <dc:creator>PptxGenJS</dc:creator>
  <cp:lastModifiedBy>Vikram Ramanathan</cp:lastModifiedBy>
  <cp:revision>1</cp:revision>
  <dcterms:created xsi:type="dcterms:W3CDTF">2026-06-18T04:45:08Z</dcterms:created>
  <dcterms:modified xsi:type="dcterms:W3CDTF">2026-06-18T04:47:06Z</dcterms:modified>
</cp:coreProperties>
</file>