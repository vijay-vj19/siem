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2834640"/>
            <a:ext cx="5120640" cy="512064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343400"/>
            <a:ext cx="3383280" cy="338328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0232" y="5669280"/>
            <a:ext cx="1828800" cy="182880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MODEL COMPARISON — ENGINEERING REFERENCE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7-Model Comparison — Train &amp; Test Flow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model is trained, tested, and scored — the exact sequence, what gets measured, and when.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63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5239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run in sequence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45262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663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5239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45262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4663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5239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45262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4663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41080" y="5239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output 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SOC AI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 answer, before the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5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457200" cy="457200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6" name="Image 0" descr="sequ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0482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sequential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523744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run one at a time, in a fixed order. Each one fully finishes train + test + score before the next one starts — never in parallel with each other.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5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01952"/>
            <a:ext cx="457200" cy="457200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11" name="Image 1" descr="fair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20048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47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scorer for everyone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523744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— regardless of which library made it — is graded by the exact same scikit-learn metrics functions. No model grades its own paper.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5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25112"/>
            <a:ext cx="457200" cy="457200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16" name="Image 2" descr="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42798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270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kept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946904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time-series database, Langfuse, MLflow, or Grafana here. Each run produces one fresh snapshot that overwrites the last.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5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325112"/>
            <a:ext cx="457200" cy="457200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21" name="Image 3" descr="outp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442798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270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output file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946904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models' results land in a single comparison_results.json — overwritten every time the script runs.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2834640"/>
            <a:ext cx="5120640" cy="512064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343400"/>
            <a:ext cx="3383280" cy="338328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0232" y="5669280"/>
            <a:ext cx="1828800" cy="182880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as 7 students, one exam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students (the models) sit the same exam, one at a time — not all at once. Each studies from the same textbook (same 17 features, same tickets), sits the same 5 practice rounds (5-fold cross-validation), and is graded by the same external examiner (scikit-learn) so no one grades their own paper. Only once a student's full exam is completely finished does the next student begin. At the end, all 7 report cards land in one file.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C2A4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nuance: while it's a given student's turn, some are allowed to work with “both hands” internally (multiple CPU cores) — XGBoost, LightGBM, Random Forest, and CatBoost do. Logistic Regression, SVM, and KNN work with “one hand” (a single core). Worth knowing before reading too much into the raw training-time numbers.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tickets to the results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7243B"/>
          </a:solidFill>
          <a:ln/>
        </p:spPr>
      </p:sp>
      <p:pic>
        <p:nvPicPr>
          <p:cNvPr id="6" name="Image 0" descr="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source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tickets_10000.ndjson — raw labeled tickets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17243B"/>
          </a:solidFill>
          <a:ln/>
        </p:spPr>
      </p:sp>
      <p:pic>
        <p:nvPicPr>
          <p:cNvPr id="11" name="Image 1" descr="feat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519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extraction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971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extract_features_v2() — 17 features, identical for every model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rgbClr val="17243B"/>
          </a:solidFill>
          <a:ln/>
        </p:spPr>
      </p:sp>
      <p:pic>
        <p:nvPicPr>
          <p:cNvPr id="16" name="Image 2" descr="spl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0519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Split strategy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971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— 5 folds, fixed seed, same folds for every model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17243B"/>
          </a:solidFill>
          <a:ln/>
        </p:spPr>
      </p:sp>
      <p:pic>
        <p:nvPicPr>
          <p:cNvPr id="21" name="Image 3" descr="sequent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3836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loop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303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models, run one after another — never in parallel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6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rgbClr val="17243B"/>
          </a:solidFill>
          <a:ln/>
        </p:spPr>
      </p:sp>
      <p:pic>
        <p:nvPicPr>
          <p:cNvPr id="26" name="Image 4" descr="gau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3836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Metrics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5303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sklearn.metrics — accuracy / F1 / precision / recall / confusion matrix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5F6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51960"/>
            <a:ext cx="548640" cy="548640"/>
          </a:xfrm>
          <a:prstGeom prst="ellipse">
            <a:avLst/>
          </a:prstGeom>
          <a:solidFill>
            <a:srgbClr val="17243B"/>
          </a:solidFill>
          <a:ln/>
        </p:spPr>
      </p:sp>
      <p:pic>
        <p:nvPicPr>
          <p:cNvPr id="31" name="Image 5" descr="outpu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43836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Output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6760" y="5303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comparison_results.json — one static file, overwritten each run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 and 6 are shared, generic code — identical inputs feed every model. Step 4 loops through models one at a time; step 5 (metrics) is the same scikit-learn call regardless of which model produced the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2834640"/>
            <a:ext cx="5120640" cy="512064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343400"/>
            <a:ext cx="3383280" cy="338328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0232" y="5669280"/>
            <a:ext cx="1828800" cy="182880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— one model fully finishes before the next starts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655064"/>
            <a:ext cx="365760" cy="365760"/>
          </a:xfrm>
          <a:prstGeom prst="ellipse">
            <a:avLst/>
          </a:prstGeom>
          <a:solidFill>
            <a:srgbClr val="E3A7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(n_jobs=-1)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167128"/>
            <a:ext cx="0" cy="54864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76856"/>
            <a:ext cx="365760" cy="365760"/>
          </a:xfrm>
          <a:prstGeom prst="ellipse">
            <a:avLst/>
          </a:prstGeom>
          <a:solidFill>
            <a:srgbClr val="E3A7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221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2221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(default)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2788920"/>
            <a:ext cx="0" cy="54864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98648"/>
            <a:ext cx="365760" cy="365760"/>
          </a:xfrm>
          <a:prstGeom prst="ellipse">
            <a:avLst/>
          </a:prstGeom>
          <a:solidFill>
            <a:srgbClr val="E3A7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843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6240" y="28437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2843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(n_jobs=-1)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3410712"/>
            <a:ext cx="0" cy="54864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5B8DB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465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6240" y="34655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8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9360" y="34655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(n_jobs=-1)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4032504"/>
            <a:ext cx="0" cy="54864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142232"/>
            <a:ext cx="365760" cy="3657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206240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9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4087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" y="4654296"/>
            <a:ext cx="0" cy="54864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4C9F7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20624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9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0936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1520" y="5276088"/>
            <a:ext cx="0" cy="54864"/>
          </a:xfrm>
          <a:prstGeom prst="line">
            <a:avLst/>
          </a:prstGeom>
          <a:noFill/>
          <a:ln w="12700">
            <a:solidFill>
              <a:srgbClr val="2232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385816"/>
            <a:ext cx="365760" cy="365760"/>
          </a:xfrm>
          <a:prstGeom prst="ellipse">
            <a:avLst/>
          </a:prstGeom>
          <a:solidFill>
            <a:srgbClr val="8B6FB3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51560" y="5330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206240" y="5330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09360" y="5330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6089904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C2A45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608990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model execution — no multiprocessing/threading across models. “Multi-core” means one model uses several CPU cores for ITS OWN training, not that multiple models run at the same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during each model's turn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438912" cy="438912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6" name="Image 0" descr="stop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83611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673352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+ train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99032" y="202082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clone(model) for a fresh, untrained copy → .fit(X_train, y_train), timed with time.perf_counter().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737360"/>
            <a:ext cx="438912" cy="438912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11" name="Image 1" descr="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55" y="183611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1673352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+ time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022592" y="202082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.predict(X_test), timed the same way, then ÷ test-set size = per-ticket inference time in ms.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83280"/>
            <a:ext cx="438912" cy="438912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16" name="Image 2" descr="spl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348203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99032" y="3319272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5x, pool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99032" y="366674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CV fold. Predictions from all 5 folds get pooled into one set before scoring.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1546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3383280"/>
            <a:ext cx="438912" cy="438912"/>
          </a:xfrm>
          <a:prstGeom prst="ellipse">
            <a:avLst/>
          </a:prstGeom>
          <a:solidFill>
            <a:srgbClr val="E3A73B"/>
          </a:solidFill>
          <a:ln/>
        </p:spPr>
      </p:sp>
      <p:pic>
        <p:nvPicPr>
          <p:cNvPr id="21" name="Image 3" descr="fairn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3482035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22592" y="3319272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22592" y="366674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predictions scored with sklearn.metrics — same call, every model, no exceptions.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17243B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XGBOOST'S TURN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1: trains on 8,000 tickets, tested on the other 2,000 it's never seen. Repeats for folds 2-5, each time holding out a different 2,000. By the end, every one of the 10,000 tickets has been predicted exactly once by a version of XGBoost that never trained on it. Only then does CatBoost start, from zero.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SCORER, ANY LIBRARY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same code works for XGBoost, LightGBM &amp; CatBoost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and CatBoost aren't part of scikit-learn — but each ships its own class (XGBClassifier, LGBMClassifier, CatBoostClassifier) built to mimic scikit-learn's .fit() / .predict() interface. The training loop calls those two methods generically, with no idea which library is underneath. Once predictions come back as a plain array, scikit-learn's scoring functions take over — they only ever compare two arrays (true labels vs. predicted labels), so it makes no difference who produced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4E0"/>
          </a:solidFill>
          <a:ln w="12700">
            <a:solidFill>
              <a:srgbClr val="E3A7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83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C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EXCEPTION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0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returns predictions shaped (n, 1) instead of flat (n,). A single .ravel() step flattens it before scoring — skip it, and the accuracy calculation would silently come out wrong.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5F6F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63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8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XGBoost, LightGBM, and CatBoost come from three different companies' code, they all agreed to answer questions the same standardized way — so the same grading rubric works on all of them. CatBoost just hands back its answer sheet folded differently, so it gets unfolded before grading.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2834640"/>
            <a:ext cx="5120640" cy="512064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343400"/>
            <a:ext cx="3383280" cy="338328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0232" y="5669280"/>
            <a:ext cx="1828800" cy="182880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TODAY — AND THE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numbers end up, and what's missing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91440" cy="9144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model results collected into one JSON file: comparison_results.json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91440" cy="9144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overwritten every time compare.py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91440" cy="9144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661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— can't see how a model's F1 trended over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91440" cy="9144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434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time-series DB, no Langfuse, no MLflow/W&amp;B, no Prometheus + Grafana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91440" cy="9144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uploads via serving.py compute metrics per-request but never persist them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TRENDING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01168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C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timestamp + append each run's metrics as a new row, instead of overwriting the JSON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0040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C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 lightweight DB (Postgres table) or a purpose-built tool (Langfuse / MLflow / Prometheus)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389120"/>
            <a:ext cx="5394960" cy="1005840"/>
          </a:xfrm>
          <a:prstGeom prst="roundRect">
            <a:avLst>
              <a:gd name="adj" fmla="val 6364"/>
            </a:avLst>
          </a:prstGeom>
          <a:solidFill>
            <a:srgbClr val="1C2A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480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metrics become queryable and chartable over time, not just point-in-time snapshots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2834640"/>
            <a:ext cx="5120640" cy="512064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343400"/>
            <a:ext cx="3383280" cy="338328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0232" y="5669280"/>
            <a:ext cx="1828800" cy="1828800"/>
          </a:xfrm>
          <a:prstGeom prst="ellipse">
            <a:avLst/>
          </a:prstGeom>
          <a:ln w="12700">
            <a:solidFill>
              <a:srgbClr val="E3A73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60120"/>
            <a:ext cx="594360" cy="594360"/>
          </a:xfrm>
          <a:prstGeom prst="ellipse">
            <a:avLst/>
          </a:prstGeom>
          <a:solidFill>
            <a:srgbClr val="1C2A45"/>
          </a:solidFill>
          <a:ln/>
        </p:spPr>
      </p:sp>
      <p:pic>
        <p:nvPicPr>
          <p:cNvPr id="6" name="Image 0" descr="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10938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sequence is what makes the results trustworthy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sees the same features, the same 5 folds, and the same scoring code, and runs its full cycle in isolation before the next one starts. Any difference in the final numbers can be attributed to the model itself — not a stacked deck, a lucky data split, or a biased scorer. The one caveat: some models get more CPU cores than others during their own turn, so train-time numbers reflect normal operating conditions, not a perfectly controlled hardware benchmark.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inputs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605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7 models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489204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turns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34840" y="5605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cross-model interference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892040"/>
            <a:ext cx="3429000" cy="1188720"/>
          </a:xfrm>
          <a:prstGeom prst="roundRect">
            <a:avLst>
              <a:gd name="adj" fmla="val 7692"/>
            </a:avLst>
          </a:prstGeom>
          <a:solidFill>
            <a:srgbClr val="1C2A45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A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scorer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46720" y="5605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sklearn.metrics, no exceptions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2026-08-05T15:31:06Z</dcterms:created>
  <dcterms:modified xsi:type="dcterms:W3CDTF">2026-08-05T15:31:06Z</dcterms:modified>
</cp:coreProperties>
</file>