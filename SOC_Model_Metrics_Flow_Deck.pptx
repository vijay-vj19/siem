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How We Evaluate &amp; Compare the SOC Triage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4F5"/>
                </a:solidFill>
                <a:latin typeface="Calibri"/>
              </a:rPr>
              <a:t>Model run order, training/inference flow, and how each metric (accuracy, F1, precision, recall, confusion matrix) is captured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F9BC2"/>
                </a:solidFill>
                <a:latin typeface="Calibri"/>
              </a:rPr>
              <a:t>SOC Model Comparison — Internal Engineering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The short answer, before the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1700">
                <a:solidFill>
                  <a:srgbClr val="1B2A4A"/>
                </a:solidFill>
                <a:latin typeface="Calibri"/>
              </a:rPr>
              <a:t>No live metrics store today. </a:t>
            </a:r>
            <a:r>
              <a:rPr sz="1700">
                <a:solidFill>
                  <a:srgbClr val="1B2A4A"/>
                </a:solidFill>
                <a:latin typeface="Calibri"/>
              </a:rPr>
              <a:t>There is no time-series database, no Langfuse, MLflow, W&amp;B, or Prometheus/Grafana in this pipeline.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B2A4A"/>
                </a:solidFill>
                <a:latin typeface="Calibri"/>
              </a:rPr>
              <a:t>Metrics are computed on demand </a:t>
            </a:r>
            <a:r>
              <a:rPr sz="1700">
                <a:solidFill>
                  <a:srgbClr val="1B2A4A"/>
                </a:solidFill>
                <a:latin typeface="Calibri"/>
              </a:rPr>
              <a:t>by a Python script (compare.py) that trains and evaluates all 7 models, then writes one static JSON snapshot — overwritten on every run, with no history.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B2A4A"/>
                </a:solidFill>
                <a:latin typeface="Calibri"/>
              </a:rPr>
              <a:t>Models run sequentially, </a:t>
            </a:r>
            <a:r>
              <a:rPr sz="1700">
                <a:solidFill>
                  <a:srgbClr val="1B2A4A"/>
                </a:solidFill>
                <a:latin typeface="Calibri"/>
              </a:rPr>
              <a:t>one fully finishes (train + predict + score) before the next one starts. Order: XGBoost → CatBoost → LightGBM → Random Forest → Logistic Regression → SVM (RBF) → KNN.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B2A4A"/>
                </a:solidFill>
                <a:latin typeface="Calibri"/>
              </a:rPr>
              <a:t>All metrics come from scikit-learn, </a:t>
            </a:r>
            <a:r>
              <a:rPr sz="1700">
                <a:solidFill>
                  <a:srgbClr val="1B2A4A"/>
                </a:solidFill>
                <a:latin typeface="Calibri"/>
              </a:rPr>
              <a:t>specifically sklearn.metrics — applied identically to every model's predictions, regardless of which library (sklearn, XGBoost, LightGBM, CatBoost) produced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End-to-End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From raw tickets to the results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2651760"/>
            <a:ext cx="1691640" cy="137160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b="1" sz="1250">
                <a:solidFill>
                  <a:srgbClr val="1B2A4A"/>
                </a:solidFill>
              </a:rPr>
              <a:t>1. Data Source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tickets_10000.ndjson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raw labeled tickets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11680" y="3255264"/>
            <a:ext cx="201168" cy="164592"/>
          </a:xfrm>
          <a:prstGeom prst="right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212848" y="2651760"/>
            <a:ext cx="1691640" cy="137160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b="1" sz="1250">
                <a:solidFill>
                  <a:srgbClr val="1B2A4A"/>
                </a:solidFill>
              </a:rPr>
              <a:t>2. Feature Extraction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extract_features_v2()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17 engineered features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(same for every model)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04488" y="3255264"/>
            <a:ext cx="201168" cy="164592"/>
          </a:xfrm>
          <a:prstGeom prst="right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05656" y="2651760"/>
            <a:ext cx="1691640" cy="137160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b="1" sz="1250">
                <a:solidFill>
                  <a:srgbClr val="1B2A4A"/>
                </a:solidFill>
              </a:rPr>
              <a:t>3. Split Strategy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StratifiedKFold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5 folds, fixed seed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(same folds for every model)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97296" y="3255264"/>
            <a:ext cx="201168" cy="164592"/>
          </a:xfrm>
          <a:prstGeom prst="right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98464" y="2651760"/>
            <a:ext cx="1691640" cy="1371600"/>
          </a:xfrm>
          <a:prstGeom prst="roundRect">
            <a:avLst/>
          </a:prstGeom>
          <a:solidFill>
            <a:srgbClr val="2E5B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b="1" sz="1250">
                <a:solidFill>
                  <a:srgbClr val="FFFFFF"/>
                </a:solidFill>
              </a:rPr>
              <a:t>4. Model Loop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7 models, run one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after another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(sequential)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90104" y="3255264"/>
            <a:ext cx="201168" cy="164592"/>
          </a:xfrm>
          <a:prstGeom prst="right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91272" y="2651760"/>
            <a:ext cx="1691640" cy="1371600"/>
          </a:xfrm>
          <a:prstGeom prst="roundRect">
            <a:avLst/>
          </a:prstGeom>
          <a:solidFill>
            <a:srgbClr val="2E5B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b="1" sz="1250">
                <a:solidFill>
                  <a:srgbClr val="FFFFFF"/>
                </a:solidFill>
              </a:rPr>
              <a:t>5. Metrics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sklearn.metrics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accuracy / F1 / precision /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recall / confusion matrix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582912" y="3255264"/>
            <a:ext cx="201168" cy="164592"/>
          </a:xfrm>
          <a:prstGeom prst="right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784080" y="2651760"/>
            <a:ext cx="1691640" cy="137160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b="1" sz="1250">
                <a:solidFill>
                  <a:srgbClr val="1B2A4A"/>
                </a:solidFill>
              </a:rPr>
              <a:t>6. Output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comparison_results.json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(single static file,</a:t>
            </a:r>
          </a:p>
          <a:p>
            <a:pPr algn="ctr"/>
            <a:r>
              <a:rPr sz="1050">
                <a:solidFill>
                  <a:srgbClr val="1B2A4A"/>
                </a:solidFill>
              </a:rPr>
              <a:t>overwritten each run)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6373"/>
                </a:solidFill>
                <a:latin typeface="Calibri"/>
              </a:rPr>
              <a:t>Steps 1–3 and 6 are shared, generic code — identical inputs feed every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6373"/>
                </a:solidFill>
                <a:latin typeface="Calibri"/>
              </a:rPr>
              <a:t>Step 4 loops through models one at a time; step 5 (metrics) is the same scikit-learn call regardless of which model produced the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Execution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Sequential — one model fully finishes before the next starts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371600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XGBoost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371600"/>
            <a:ext cx="2743200" cy="411480"/>
          </a:xfrm>
          <a:prstGeom prst="roundRect">
            <a:avLst/>
          </a:prstGeom>
          <a:solidFill>
            <a:srgbClr val="EAF2EA"/>
          </a:solidFill>
          <a:ln w="15875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1E8E5A"/>
                </a:solidFill>
              </a:rPr>
              <a:t>Multi-core (n_jobs=-1)</a:t>
            </a:r>
          </a:p>
        </p:txBody>
      </p:sp>
      <p:sp>
        <p:nvSpPr>
          <p:cNvPr id="8" name="Down Arrow 7"/>
          <p:cNvSpPr/>
          <p:nvPr/>
        </p:nvSpPr>
        <p:spPr>
          <a:xfrm>
            <a:off x="708660" y="1783080"/>
            <a:ext cx="91440" cy="137160"/>
          </a:xfrm>
          <a:prstGeom prst="down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993392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993392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CatBoost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993392"/>
            <a:ext cx="2743200" cy="411480"/>
          </a:xfrm>
          <a:prstGeom prst="roundRect">
            <a:avLst/>
          </a:prstGeom>
          <a:solidFill>
            <a:srgbClr val="EAF2EA"/>
          </a:solidFill>
          <a:ln w="15875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1E8E5A"/>
                </a:solidFill>
              </a:rPr>
              <a:t>Multi-core (default)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708660" y="2404872"/>
            <a:ext cx="91440" cy="137160"/>
          </a:xfrm>
          <a:prstGeom prst="down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2615184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2615184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LightGBM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615184"/>
            <a:ext cx="2743200" cy="411480"/>
          </a:xfrm>
          <a:prstGeom prst="roundRect">
            <a:avLst/>
          </a:prstGeom>
          <a:solidFill>
            <a:srgbClr val="EAF2EA"/>
          </a:solidFill>
          <a:ln w="15875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1E8E5A"/>
                </a:solidFill>
              </a:rPr>
              <a:t>Multi-core (n_jobs=-1)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08660" y="3026664"/>
            <a:ext cx="91440" cy="137160"/>
          </a:xfrm>
          <a:prstGeom prst="down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3236976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236976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Random Forest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3236976"/>
            <a:ext cx="2743200" cy="411480"/>
          </a:xfrm>
          <a:prstGeom prst="roundRect">
            <a:avLst/>
          </a:prstGeom>
          <a:solidFill>
            <a:srgbClr val="EAF2EA"/>
          </a:solidFill>
          <a:ln w="15875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1E8E5A"/>
                </a:solidFill>
              </a:rPr>
              <a:t>Multi-core (n_jobs=-1)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708660" y="3648456"/>
            <a:ext cx="91440" cy="137160"/>
          </a:xfrm>
          <a:prstGeom prst="down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858768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3858768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Logistic Regression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3858768"/>
            <a:ext cx="2743200" cy="411480"/>
          </a:xfrm>
          <a:prstGeom prst="roundRect">
            <a:avLst/>
          </a:prstGeom>
          <a:solidFill>
            <a:srgbClr val="F2F0EA"/>
          </a:solidFill>
          <a:ln w="15875">
            <a:solidFill>
              <a:srgbClr val="C97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C97A0A"/>
                </a:solidFill>
              </a:rPr>
              <a:t>Single-core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08660" y="4270248"/>
            <a:ext cx="91440" cy="137160"/>
          </a:xfrm>
          <a:prstGeom prst="down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4480560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4480560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SVM (RBF)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4480560"/>
            <a:ext cx="2743200" cy="411480"/>
          </a:xfrm>
          <a:prstGeom prst="roundRect">
            <a:avLst/>
          </a:prstGeom>
          <a:solidFill>
            <a:srgbClr val="F2F0EA"/>
          </a:solidFill>
          <a:ln w="15875">
            <a:solidFill>
              <a:srgbClr val="C97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C97A0A"/>
                </a:solidFill>
              </a:rPr>
              <a:t>Single-core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08660" y="4892040"/>
            <a:ext cx="91440" cy="137160"/>
          </a:xfrm>
          <a:prstGeom prst="down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5102352"/>
            <a:ext cx="411480" cy="411480"/>
          </a:xfrm>
          <a:prstGeom prst="ellipse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8720" y="5102352"/>
            <a:ext cx="5486400" cy="41148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500" b="1">
                <a:solidFill>
                  <a:srgbClr val="1B2A4A"/>
                </a:solidFill>
              </a:rPr>
              <a:t>KNN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5102352"/>
            <a:ext cx="2743200" cy="411480"/>
          </a:xfrm>
          <a:prstGeom prst="roundRect">
            <a:avLst/>
          </a:prstGeom>
          <a:solidFill>
            <a:srgbClr val="F2F0EA"/>
          </a:solidFill>
          <a:ln w="15875">
            <a:solidFill>
              <a:srgbClr val="C97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0">
                <a:solidFill>
                  <a:srgbClr val="C97A0A"/>
                </a:solidFill>
              </a:rPr>
              <a:t>Single-core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137160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A6373"/>
                </a:solidFill>
                <a:latin typeface="Calibri"/>
              </a:rPr>
              <a:t>No parallel model execution.
No multiprocessing/threading
across models.
"Multi-core" here means one
model uses several CPU cores
for ITS OWN training —
not multiple models running
at the same time.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Per-Model Training &amp; Inference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What happens during each model's turn (5-fold CV)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clone(model) — fresh untrained copy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fit(X_train, y_train) — timed with time.perf_counter()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predict(X_test) — timed with time.perf_counter(), then ÷ test-set size = per-ticket ms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(CatBoost only) .ravel() the output — CatBoost returns shape (n,1) instead of flat (n,)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B2A4A"/>
                </a:solidFill>
                <a:latin typeface="Calibri"/>
              </a:rPr>
              <a:t>•  Repeat for all 5 folds, pool y_true/y_pred across folds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10881360" cy="192024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BFF"/>
                </a:solidFill>
                <a:latin typeface="Calibri"/>
              </a:rPr>
              <a:t>Key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B2A4A"/>
                </a:solidFill>
                <a:latin typeface="Calibri"/>
              </a:rPr>
              <a:t>This exact loop code runs unchanged for all 7 models. XGBoost, LightGBM, and CatBoost are not part of scikit-learn — but each ships its own class (XGBClassifier, LGBMClassifier, CatBoostClassifier) built to mimic sklearn's .fit()/.predict() interface. So the loop calls model.fit(...) / model.predict(...) generically and works identically whether the model is native sklearn or one of these lookalikes.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Where the Metrics Actually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One library computes every score, for every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5120640" cy="210312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Model libraries (training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sklearn: RandomForest, LogisticRegression, KNN, SVM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xgboost: XGBClassifier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lightgbm: LGBMClassifier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catboost: CatBoostClassifier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373"/>
                </a:solidFill>
                <a:latin typeface="Calibri"/>
              </a:rPr>
              <a:t>→ produce a y_pred array.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212080" cy="210312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417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BFF"/>
                </a:solidFill>
                <a:latin typeface="Calibri"/>
              </a:rPr>
              <a:t>Metrics library (scoring only)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sklearn.metrics.precision_recall_fscore_support(... average="macro")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sklearn.metrics.confusion_matrix(y_true, y_pred)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•  accuracy = (y_pred == y_test).mean()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0632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373"/>
                </a:solidFill>
                <a:latin typeface="Calibri"/>
              </a:rPr>
              <a:t>→ only ever sees numpy arrays, never the model itself.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2103120"/>
            <a:ext cx="502920" cy="274320"/>
          </a:xfrm>
          <a:prstGeom prst="rightArrow">
            <a:avLst/>
          </a:prstGeom>
          <a:solidFill>
            <a:srgbClr val="5A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10881360" cy="2286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5A6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Why this works for XGBoost / LightGBM / CatBoost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B2A4A"/>
                </a:solidFill>
                <a:latin typeface="Calibri"/>
              </a:rPr>
              <a:t>scikit-learn never looks inside a model to compute a metric — it only compares two arrays: y_true and y_pred. Since XGBoost, LightGBM, and CatBoost all expose .predict() in the same shape/format as a native sklearn model, sklearn.metrics functions work on their output exactly the same way, with zero special-casing. The one exception is CatBoost's raw output shape (n,1) vs (n,) — handled with a single .ravel() call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Per-Model Metric Capture — Summary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Same mechanism, applied to every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10332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371600"/>
                <a:gridCol w="1554480"/>
                <a:gridCol w="2743200"/>
                <a:gridCol w="137160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Fit/Predict Engine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Train Time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Inference Time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Accuracy / F1 / Precision / Recall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Confusion Matrix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XGBoost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xgboost (own backend)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perf_counter()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around .fit()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perf_counter()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around .predict(),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÷ by test size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precision_recall_fscore_support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confusion_matrix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CatBoost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catboost (own backend)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(+ .ravel() fix)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LightGBM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lightgbm (own backend)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 (native)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 (native)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SVM (RBF)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 (native)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</a:rPr>
                        <a:t>KNN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 (native)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same generic timer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sklearn.metrics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2A4A"/>
                          </a:solidFill>
                        </a:rPr>
                        <a:t>(same call)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Output Today — and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4F5"/>
                </a:solidFill>
                <a:latin typeface="Calibri"/>
              </a:rPr>
              <a:t>Where the numbers end up, and what's missing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212080" cy="4206240"/>
          </a:xfrm>
          <a:prstGeom prst="roundRect">
            <a:avLst/>
          </a:prstGeom>
          <a:solidFill>
            <a:srgbClr val="F4F6FB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All 7 model results collected into one JSON file: comparison_results.json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File is overwritten every time compare.py runs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No history — can't see how a model's F1 trended over time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No time-series DB, no Langfuse, no MLflow/W&amp;B, no Prometheus+Grafana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Live uploads via serving.py compute metrics per-request but never persist them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4206240"/>
          </a:xfrm>
          <a:prstGeom prst="roundRect">
            <a:avLst/>
          </a:prstGeom>
          <a:solidFill>
            <a:srgbClr val="F2F0EA"/>
          </a:solidFill>
          <a:ln w="15875">
            <a:solidFill>
              <a:srgbClr val="C97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7A0A"/>
                </a:solidFill>
                <a:latin typeface="Calibri"/>
              </a:rPr>
              <a:t>To add trending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Add a timestamp + append each run's metrics as a new row, instead of overwriting the JSON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Store in a lightweight DB (Postgres table) or a purpose-built tool (Langfuse / MLflow / Prometheus)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1B2A4A"/>
                </a:solidFill>
                <a:latin typeface="Calibri"/>
              </a:rPr>
              <a:t>•  Then metrics become queryable and chartable over time, not just point-in-time snapshots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3"/>
                </a:solidFill>
                <a:latin typeface="Calibri"/>
              </a:rPr>
              <a:t>SOC Model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